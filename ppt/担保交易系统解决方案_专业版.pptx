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8" r:id="rId11"/>
    <p:sldId id="270" r:id="rId12"/>
    <p:sldId id="269" r:id="rId13"/>
    <p:sldId id="271" r:id="rId14"/>
    <p:sldId id="264" r:id="rId15"/>
    <p:sldId id="265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专业B2B担保交易解决方案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让每一笔交易都安全可控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62495" y="6400800"/>
            <a:ext cx="57054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 lang="zh-CN" altLang="en-US" dirty="0"/>
              <a:t>珠海沃东智能科技有限公司</a:t>
            </a:r>
            <a:r>
              <a:rPr dirty="0"/>
              <a:t> | 2025年11月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B2B交易的三大痛点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4389120" cy="3840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😰 买家的担忧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付款后收不到货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货物质量无法保障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大额交易风险高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645920"/>
            <a:ext cx="4389120" cy="3840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😥 卖家的担忧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发货后收不到钱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买家恶意拒收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账期不确定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0"/>
            <a:ext cx="4389120" cy="3840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😓 平台的挑战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交易纠纷处理成本高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资金流转缺乏透明度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</a:defRPr>
            </a:pPr>
            <a:r>
              <a:t>├─ 缺乏有效风控手段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943600"/>
            <a:ext cx="1371600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56404"/>
                </a:solidFill>
              </a:defRPr>
            </a:pPr>
            <a:r>
              <a:t>💡 传统线下对公转账无法解决信任问题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担保交易的商业价值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640080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对买卖双方的价值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建立交易信任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降低交易风险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优化资金周转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保障货款安全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640080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对平台的价值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提升平台GMV 35%+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减少纠纷处理工作量 60%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增加服务费收入（1-2%费率）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提升客户粘性和复购率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1371600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55724"/>
                </a:solidFill>
              </a:defRPr>
            </a:pPr>
            <a:r>
              <a:rPr dirty="0"/>
              <a:t>📊 </a:t>
            </a:r>
            <a:r>
              <a:rPr dirty="0" err="1"/>
              <a:t>行业数据</a:t>
            </a:r>
            <a:endParaRPr dirty="0"/>
          </a:p>
          <a:p>
            <a:pPr algn="ctr">
              <a:spcBef>
                <a:spcPts val="800"/>
              </a:spcBef>
              <a:defRPr sz="2000">
                <a:solidFill>
                  <a:srgbClr val="155724"/>
                </a:solidFill>
              </a:defRPr>
            </a:pPr>
            <a:r>
              <a:rPr dirty="0"/>
              <a:t>使用担保交易的B2B平台，年交易额增长率达到45%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担保交易流程对比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943600" cy="54864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传统流程（风险高）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买家付款 → 卖家收钱</a:t>
            </a:r>
          </a:p>
        </p:txBody>
      </p:sp>
      <p:sp>
        <p:nvSpPr>
          <p:cNvPr id="5" name="Down Arrow 4"/>
          <p:cNvSpPr/>
          <p:nvPr/>
        </p:nvSpPr>
        <p:spPr>
          <a:xfrm>
            <a:off x="3657600" y="3063240"/>
            <a:ext cx="45720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卖家发货（或不发）</a:t>
            </a:r>
          </a:p>
        </p:txBody>
      </p:sp>
      <p:sp>
        <p:nvSpPr>
          <p:cNvPr id="7" name="Down Arrow 6"/>
          <p:cNvSpPr/>
          <p:nvPr/>
        </p:nvSpPr>
        <p:spPr>
          <a:xfrm>
            <a:off x="3657600" y="3886200"/>
            <a:ext cx="45720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买家收货（维权困难）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5943600" cy="54864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我们的担保流程（安全可控）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37744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买家付款 → 平台托管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515600" y="3063240"/>
            <a:ext cx="45720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0" y="320040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卖家发货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515600" y="3886200"/>
            <a:ext cx="45720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0" y="402336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买家验收 → 平台释放资金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515600" y="4709160"/>
            <a:ext cx="45720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0" y="4846320"/>
            <a:ext cx="5943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交易完成（全程可追溯）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3716000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56404"/>
                </a:solidFill>
              </a:defRPr>
            </a:pPr>
            <a:r>
              <a:t>⏱️ 关键控制点：收款确认、验收仲裁、资金释放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系统核心功能矩阵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371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行业领先特性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3E50"/>
                          </a:solidFill>
                        </a:defRPr>
                      </a:pPr>
                      <a:r>
                        <a:t>资金托管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线下汇款确认机制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• 水单识别与验证</a:t>
                      </a:r>
                    </a:p>
                    <a:p>
                      <a:r>
                        <a:t>• 多银行账户管理</a:t>
                      </a:r>
                    </a:p>
                    <a:p>
                      <a:r>
                        <a:t>• 资金池实时监控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3E50"/>
                          </a:solidFill>
                        </a:defRPr>
                      </a:pPr>
                      <a:r>
                        <a:t>智能风控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多维度风险评估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• 订单风险评分</a:t>
                      </a:r>
                    </a:p>
                    <a:p>
                      <a:r>
                        <a:t>• 黑名单预警</a:t>
                      </a:r>
                    </a:p>
                    <a:p>
                      <a:r>
                        <a:t>• 异常交易拦截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3E50"/>
                          </a:solidFill>
                        </a:defRPr>
                      </a:pPr>
                      <a:r>
                        <a:t>争议仲裁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专业化纠纷处理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• 证据链管理</a:t>
                      </a:r>
                    </a:p>
                    <a:p>
                      <a:r>
                        <a:t>• 三方沟通机制</a:t>
                      </a:r>
                    </a:p>
                    <a:p>
                      <a:r>
                        <a:t>• 仲裁结果可追溯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3E50"/>
                          </a:solidFill>
                        </a:defRPr>
                      </a:pPr>
                      <a:r>
                        <a:t>数据看板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实时运营监控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• 资金流量分析</a:t>
                      </a:r>
                    </a:p>
                    <a:p>
                      <a:r>
                        <a:t>• 效能指标追踪</a:t>
                      </a:r>
                    </a:p>
                    <a:p>
                      <a:r>
                        <a:t>• 风险预警系统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六大核心优势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1️⃣ </a:t>
            </a:r>
            <a:r>
              <a:rPr dirty="0" err="1"/>
              <a:t>本地化适配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支持线下对公转账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符合国内财务合规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212080" y="1645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2️⃣ 灵活的资金控制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自定义账期管理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分阶段资金释放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灵活的手续费规则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3️⃣ 智能化风控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AI风险评分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实时异常监测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黑名单自动拦截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4️⃣ 高效的争议处理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平均处理周期&lt;3天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证据链完整保存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多方协商机制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3931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5️⃣ 专业化报表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实时数据看板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自动化报告生成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预警推送机制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3931920"/>
            <a:ext cx="4389120" cy="201168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6️⃣ 极致的用户体验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收款确认&lt;2小时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移动端随时监控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一站式操作界面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技术架构亮点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438912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安全层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多因素认证(MFA)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KYC企业认证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数据加密传输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反洗钱(AML)合规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645920"/>
            <a:ext cx="438912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业务层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订单状态机管理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智能工作流引擎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自动化规则引擎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Webhook事件推送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0"/>
            <a:ext cx="438912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数据层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实时数据分析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资金流追踪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审计日志系统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├─ BI报表引擎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137160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rPr dirty="0"/>
              <a:t>🔒 </a:t>
            </a:r>
            <a:r>
              <a:rPr dirty="0" err="1"/>
              <a:t>银行级安全标准</a:t>
            </a:r>
            <a:r>
              <a:rPr dirty="0"/>
              <a:t> | 99.9%系统可用性 | 支持1万+日订单处理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1946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系统截图 </a:t>
            </a:r>
            <a:r>
              <a:rPr lang="en-US" altLang="zh-CN" dirty="0"/>
              <a:t>– </a:t>
            </a:r>
            <a:r>
              <a:rPr lang="zh-CN" altLang="en-US" dirty="0"/>
              <a:t>买家下单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线下汇款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上传支付凭证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D095B-548D-8AA2-0BBA-944232A2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317"/>
            <a:ext cx="5812971" cy="40879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2F36A1-9B29-F441-9CEB-5B57CCA83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954" y="3070748"/>
            <a:ext cx="5594533" cy="38830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ABEF29-6106-8159-0CE8-8CC4D989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762" y="4040777"/>
            <a:ext cx="6837638" cy="4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14" y="121920"/>
            <a:ext cx="1003511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系统截图 </a:t>
            </a:r>
            <a:r>
              <a:rPr lang="en-US" altLang="zh-CN" dirty="0"/>
              <a:t>– </a:t>
            </a:r>
            <a:r>
              <a:rPr lang="zh-CN" altLang="en-US" dirty="0"/>
              <a:t>经办人工作台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确认收款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C3D0D7-5C50-793C-6406-413FF531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81788"/>
            <a:ext cx="5399190" cy="37514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B0BBB5-30B6-3778-CF49-F290A36E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980" y="3418115"/>
            <a:ext cx="5896929" cy="41210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0BE438-8C2B-082E-3900-1897AE8EF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825" y="4478131"/>
            <a:ext cx="5679794" cy="375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7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7491"/>
            <a:ext cx="106378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系统截图 </a:t>
            </a:r>
            <a:r>
              <a:rPr lang="en-US" altLang="zh-CN" dirty="0"/>
              <a:t>– </a:t>
            </a:r>
            <a:r>
              <a:rPr lang="zh-CN" altLang="en-US" dirty="0"/>
              <a:t>卖家中心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查看订单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发货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6183F6-FF25-E11F-AF00-4EC1B729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7" y="898489"/>
            <a:ext cx="6106811" cy="42177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E0FB3C7-2112-4E6C-5AC3-A11B37E9E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259" y="3229374"/>
            <a:ext cx="8014572" cy="41343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EB3EE4-305E-1CFB-C8E7-862D3A69E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886" y="3350306"/>
            <a:ext cx="6999513" cy="48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7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7491"/>
            <a:ext cx="816281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系统截图 </a:t>
            </a:r>
            <a:r>
              <a:rPr lang="en-US" altLang="zh-CN" dirty="0"/>
              <a:t>– </a:t>
            </a:r>
            <a:r>
              <a:rPr lang="zh-CN" altLang="en-US" dirty="0"/>
              <a:t>买家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验收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发货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AC8FA7-6893-783D-8258-1953F7CA5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704"/>
            <a:ext cx="6596743" cy="45259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A3504E-D458-9B14-0660-A6DC51C7A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378" y="2373084"/>
            <a:ext cx="7942022" cy="578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7491"/>
            <a:ext cx="1125660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系统截图 </a:t>
            </a:r>
            <a:r>
              <a:rPr lang="en-US" altLang="zh-CN" dirty="0"/>
              <a:t>– </a:t>
            </a:r>
            <a:r>
              <a:rPr lang="zh-CN" altLang="en-US" dirty="0"/>
              <a:t>经办人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结算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上传结算凭证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D2880D-CCE3-36D8-6DB9-C15FD944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" y="898488"/>
            <a:ext cx="7613999" cy="47838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9C2FC9-B0E4-0E7B-6376-34B8CB81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19" y="2408588"/>
            <a:ext cx="8243153" cy="575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7491"/>
            <a:ext cx="513473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zh-CN" altLang="en-US" dirty="0"/>
              <a:t>强大的面板和图表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9DC22E-5722-0553-2917-2CB03840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3" y="913056"/>
            <a:ext cx="7406467" cy="47246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C018CE-A670-42A6-EF75-648FC883B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63" y="2239073"/>
            <a:ext cx="7996137" cy="59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3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实时运营监控看板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3716000" cy="25603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💰 今日资金池状态总览</a:t>
            </a:r>
          </a:p>
          <a:p>
            <a:pPr algn="ctr">
              <a:spcBef>
                <a:spcPts val="2000"/>
              </a:spcBef>
              <a:defRPr sz="4200" b="1">
                <a:solidFill>
                  <a:srgbClr val="FFFFFF"/>
                </a:solidFill>
              </a:defRPr>
            </a:pPr>
            <a:r>
              <a:t>监管中总资金：¥8,456,000</a:t>
            </a:r>
          </a:p>
          <a:p>
            <a:pPr algn="ctr">
              <a:spcBef>
                <a:spcPts val="1500"/>
              </a:spcBef>
              <a:defRPr sz="1800">
                <a:solidFill>
                  <a:srgbClr val="FFFFFF"/>
                </a:solidFill>
              </a:defRPr>
            </a:pPr>
            <a:r>
              <a:t>待确认收款 ¥1,234,000 (45笔)  |  已确认待发货 ¥2,100,000 (78笔)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已发货待验收 ¥3,890,000 (132笔)  |  验收通过待结算 ¥1,232,000 (56笔)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754880"/>
            <a:ext cx="4389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平均资金占用周期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2C3E50"/>
                </a:solidFill>
              </a:defRPr>
            </a:pPr>
            <a:r>
              <a:t>12.5天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4754880"/>
            <a:ext cx="4389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今日资金净流入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2C3E50"/>
                </a:solidFill>
              </a:defRPr>
            </a:pPr>
            <a:r>
              <a:t>+¥180,000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4754880"/>
            <a:ext cx="4389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本周结算准时率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2C3E50"/>
                </a:solidFill>
              </a:defRPr>
            </a:pPr>
            <a:r>
              <a:t>89.5%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126480"/>
            <a:ext cx="13716000" cy="5486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56404"/>
                </a:solidFill>
              </a:defRPr>
            </a:pPr>
            <a:r>
              <a:t>💡 管理者5秒内掌握全局资金状态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4421" y="4114800"/>
            <a:ext cx="5049652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2800">
                <a:solidFill>
                  <a:srgbClr val="FFFFFF"/>
                </a:solidFill>
              </a:defRPr>
            </a:pPr>
            <a:r>
              <a:rPr dirty="0"/>
              <a:t>📞 联系电话：</a:t>
            </a:r>
            <a:r>
              <a:rPr lang="en-US" dirty="0"/>
              <a:t>13431939378</a:t>
            </a:r>
            <a:endParaRPr dirty="0"/>
          </a:p>
          <a:p>
            <a:pPr>
              <a:spcBef>
                <a:spcPts val="1500"/>
              </a:spcBef>
              <a:defRPr sz="2800">
                <a:solidFill>
                  <a:srgbClr val="FFFFFF"/>
                </a:solidFill>
              </a:defRPr>
            </a:pPr>
            <a:r>
              <a:rPr dirty="0"/>
              <a:t>📧 邮箱：</a:t>
            </a:r>
            <a:r>
              <a:rPr lang="en-US" dirty="0"/>
              <a:t>caiqian@wodongai.cn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让我们一起打造更安全的B2B交易生态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384</Words>
  <Application>Microsoft Office PowerPoint</Application>
  <PresentationFormat>自定义</PresentationFormat>
  <Paragraphs>128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倩 蔡</cp:lastModifiedBy>
  <cp:revision>7</cp:revision>
  <dcterms:created xsi:type="dcterms:W3CDTF">2013-01-27T09:14:16Z</dcterms:created>
  <dcterms:modified xsi:type="dcterms:W3CDTF">2025-11-23T15:54:49Z</dcterms:modified>
  <cp:category/>
</cp:coreProperties>
</file>